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handoutMasterIdLst>
    <p:handoutMasterId r:id="rId8"/>
  </p:handoutMasterIdLst>
  <p:sldIdLst>
    <p:sldId id="3889" r:id="rId2"/>
    <p:sldId id="3891" r:id="rId3"/>
    <p:sldId id="3892" r:id="rId4"/>
    <p:sldId id="3894" r:id="rId5"/>
    <p:sldId id="3893" r:id="rId6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DBFEFE"/>
    <a:srgbClr val="68CFF8"/>
    <a:srgbClr val="00328D"/>
    <a:srgbClr val="FF0066"/>
    <a:srgbClr val="000000"/>
    <a:srgbClr val="F2F2F2"/>
    <a:srgbClr val="F9F9F9"/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0" autoAdjust="0"/>
    <p:restoredTop sz="94458" autoAdjust="0"/>
  </p:normalViewPr>
  <p:slideViewPr>
    <p:cSldViewPr snapToGrid="0">
      <p:cViewPr varScale="1">
        <p:scale>
          <a:sx n="139" d="100"/>
          <a:sy n="139" d="100"/>
        </p:scale>
        <p:origin x="1248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384"/>
    </p:cViewPr>
  </p:sorterViewPr>
  <p:notesViewPr>
    <p:cSldViewPr snapToGrid="0">
      <p:cViewPr varScale="1">
        <p:scale>
          <a:sx n="85" d="100"/>
          <a:sy n="85" d="100"/>
        </p:scale>
        <p:origin x="21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A2AF64C-D764-32FA-84D4-E01111C4DD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B6D6E6-2D85-F38D-AE53-A44532FB70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0C4F3-F923-4189-9A16-67429A999DB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3A8071-0F96-BF04-9D4E-A62E8559FD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BA18B9-113C-256C-14D3-F187F565E5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61D4C-B88D-4FBF-9B6A-93244732F1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6971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  <p:sp>
        <p:nvSpPr>
          <p:cNvPr id="9" name="Google Shape;10;p2">
            <a:extLst>
              <a:ext uri="{FF2B5EF4-FFF2-40B4-BE49-F238E27FC236}">
                <a16:creationId xmlns:a16="http://schemas.microsoft.com/office/drawing/2014/main" id="{3AED2B86-D8F2-4BFA-BDF1-9ACB7E7BAF7F}"/>
              </a:ext>
            </a:extLst>
          </p:cNvPr>
          <p:cNvSpPr/>
          <p:nvPr userDrawn="1"/>
        </p:nvSpPr>
        <p:spPr>
          <a:xfrm>
            <a:off x="-2252" y="2044"/>
            <a:ext cx="9144000" cy="487800"/>
          </a:xfrm>
          <a:prstGeom prst="rect">
            <a:avLst/>
          </a:prstGeom>
          <a:solidFill>
            <a:srgbClr val="1A9988">
              <a:alpha val="24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그림 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988838B-E132-A7D0-B03F-AFCAC340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450" y="49183"/>
            <a:ext cx="1978638" cy="393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;p2">
            <a:extLst>
              <a:ext uri="{FF2B5EF4-FFF2-40B4-BE49-F238E27FC236}">
                <a16:creationId xmlns:a16="http://schemas.microsoft.com/office/drawing/2014/main" id="{3AED2B86-D8F2-4BFA-BDF1-9ACB7E7BAF7F}"/>
              </a:ext>
            </a:extLst>
          </p:cNvPr>
          <p:cNvSpPr/>
          <p:nvPr userDrawn="1"/>
        </p:nvSpPr>
        <p:spPr>
          <a:xfrm>
            <a:off x="-2252" y="2044"/>
            <a:ext cx="9144000" cy="2569706"/>
          </a:xfrm>
          <a:prstGeom prst="rect">
            <a:avLst/>
          </a:prstGeom>
          <a:solidFill>
            <a:srgbClr val="1A998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237082"/>
            <a:ext cx="7688100" cy="17500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  <p:pic>
        <p:nvPicPr>
          <p:cNvPr id="2" name="그림 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988838B-E132-A7D0-B03F-AFCAC340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450" y="49183"/>
            <a:ext cx="1978638" cy="39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1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88E72247-1C61-0BED-B7CC-ECA06EEADD9F}"/>
              </a:ext>
            </a:extLst>
          </p:cNvPr>
          <p:cNvSpPr txBox="1">
            <a:spLocks/>
          </p:cNvSpPr>
          <p:nvPr userDrawn="1"/>
        </p:nvSpPr>
        <p:spPr>
          <a:xfrm>
            <a:off x="569625" y="1302443"/>
            <a:ext cx="7979551" cy="1306549"/>
          </a:xfrm>
          <a:prstGeom prst="rect">
            <a:avLst/>
          </a:prstGeom>
          <a:solidFill>
            <a:srgbClr val="1A438D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endParaRPr lang="ko-KR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69625" y="1302442"/>
            <a:ext cx="7966677" cy="1306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  <p:grpSp>
        <p:nvGrpSpPr>
          <p:cNvPr id="5" name="Google Shape;11;p2">
            <a:extLst>
              <a:ext uri="{FF2B5EF4-FFF2-40B4-BE49-F238E27FC236}">
                <a16:creationId xmlns:a16="http://schemas.microsoft.com/office/drawing/2014/main" id="{ADCB74CA-28E8-766C-CB95-D2812919F8D1}"/>
              </a:ext>
            </a:extLst>
          </p:cNvPr>
          <p:cNvGrpSpPr/>
          <p:nvPr userDrawn="1"/>
        </p:nvGrpSpPr>
        <p:grpSpPr>
          <a:xfrm>
            <a:off x="830392" y="1021773"/>
            <a:ext cx="745763" cy="45826"/>
            <a:chOff x="4580561" y="2589004"/>
            <a:chExt cx="1064464" cy="25200"/>
          </a:xfrm>
        </p:grpSpPr>
        <p:sp>
          <p:nvSpPr>
            <p:cNvPr id="6" name="Google Shape;12;p2">
              <a:extLst>
                <a:ext uri="{FF2B5EF4-FFF2-40B4-BE49-F238E27FC236}">
                  <a16:creationId xmlns:a16="http://schemas.microsoft.com/office/drawing/2014/main" id="{9F907D65-30AE-A89D-1CC4-61392693526F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Google Shape;13;p2">
              <a:extLst>
                <a:ext uri="{FF2B5EF4-FFF2-40B4-BE49-F238E27FC236}">
                  <a16:creationId xmlns:a16="http://schemas.microsoft.com/office/drawing/2014/main" id="{02D77AF4-48E3-FC68-C385-EBA2BD7B7D77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1A43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" name="그림 7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18B072B-224B-B21D-92A0-ED00FC7355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450" y="558290"/>
            <a:ext cx="1978638" cy="393521"/>
          </a:xfrm>
          <a:prstGeom prst="rect">
            <a:avLst/>
          </a:prstGeom>
        </p:spPr>
      </p:pic>
      <p:pic>
        <p:nvPicPr>
          <p:cNvPr id="1026" name="Picture 2" descr="지금 무료] 컴퓨터 과학 (0): 공개 샘플 강의 - 컴퓨터의 역할 강의 | 드립커피+한모금더 - 인프런">
            <a:extLst>
              <a:ext uri="{FF2B5EF4-FFF2-40B4-BE49-F238E27FC236}">
                <a16:creationId xmlns:a16="http://schemas.microsoft.com/office/drawing/2014/main" id="{DB68D0F5-8A39-2E2D-D852-552DA2EE15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815" y="413285"/>
            <a:ext cx="1458793" cy="78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85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3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1594" y="0"/>
            <a:ext cx="8104412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 hasCustomPrompt="1"/>
          </p:nvPr>
        </p:nvSpPr>
        <p:spPr>
          <a:xfrm>
            <a:off x="521594" y="719418"/>
            <a:ext cx="8104412" cy="4030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44000" lvl="0" indent="-14400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0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32000" marR="0" lvl="1" indent="-216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 panose="020F0502020204030203" pitchFamily="34" charset="0"/>
              <a:buChar char="◦"/>
              <a:tabLst/>
              <a:defRPr sz="1800">
                <a:latin typeface="+mn-ea"/>
                <a:ea typeface="+mn-ea"/>
              </a:defRPr>
            </a:lvl2pPr>
            <a:lvl3pPr marL="720000" lvl="2" indent="-216000">
              <a:spcBef>
                <a:spcPts val="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§"/>
              <a:defRPr sz="1600"/>
            </a:lvl3pPr>
            <a:lvl4pPr marL="1008000" lvl="3" indent="-216000">
              <a:spcBef>
                <a:spcPts val="0"/>
              </a:spcBef>
              <a:spcAft>
                <a:spcPts val="0"/>
              </a:spcAft>
              <a:buSzPts val="1600"/>
              <a:buFont typeface="Lato" panose="020F0502020204030203" pitchFamily="34" charset="0"/>
              <a:buChar char="−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3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1593" y="0"/>
            <a:ext cx="8130169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 hasCustomPrompt="1"/>
          </p:nvPr>
        </p:nvSpPr>
        <p:spPr>
          <a:xfrm>
            <a:off x="521593" y="719419"/>
            <a:ext cx="8104414" cy="1555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44000" lvl="0" indent="-14400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0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32000" lvl="1" indent="-216000">
              <a:spcBef>
                <a:spcPts val="0"/>
              </a:spcBef>
              <a:spcAft>
                <a:spcPts val="0"/>
              </a:spcAft>
              <a:buSzPts val="1600"/>
              <a:buFontTx/>
              <a:buChar char="◦"/>
              <a:defRPr sz="1800">
                <a:latin typeface="+mn-ea"/>
                <a:ea typeface="+mn-ea"/>
              </a:defRPr>
            </a:lvl2pPr>
            <a:lvl3pPr marL="720000" lvl="2" indent="-216000">
              <a:spcBef>
                <a:spcPts val="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§"/>
              <a:defRPr sz="1600"/>
            </a:lvl3pPr>
            <a:lvl4pPr marL="1008000" lvl="3" indent="-216000">
              <a:spcBef>
                <a:spcPts val="0"/>
              </a:spcBef>
              <a:spcAft>
                <a:spcPts val="0"/>
              </a:spcAft>
              <a:buSzPts val="1600"/>
              <a:buFont typeface="Lato" panose="020F0502020204030203" pitchFamily="34" charset="0"/>
              <a:buChar char="−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1"/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231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3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1594" y="0"/>
            <a:ext cx="8104412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 hasCustomPrompt="1"/>
          </p:nvPr>
        </p:nvSpPr>
        <p:spPr>
          <a:xfrm>
            <a:off x="521594" y="719419"/>
            <a:ext cx="8104412" cy="489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20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32000" marR="0" lvl="1" indent="-216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Tx/>
              <a:buChar char="◦"/>
              <a:tabLst/>
              <a:defRPr sz="1800">
                <a:latin typeface="+mn-ea"/>
                <a:ea typeface="+mn-ea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r>
              <a:rPr lang="en-US" dirty="0"/>
              <a:t> </a:t>
            </a:r>
          </a:p>
          <a:p>
            <a:pPr marL="432000" marR="0" lvl="1" indent="-216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Tx/>
              <a:buChar char="◦"/>
              <a:tabLst/>
              <a:defRPr/>
            </a:pPr>
            <a:endParaRPr lang="en-US" altLang="ko-KR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BC94F360-4F0D-14F9-5532-E28FF5326A45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521594" y="1231095"/>
            <a:ext cx="8104412" cy="3436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44000" lvl="0" indent="-14400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0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32000" marR="0" lvl="1" indent="-216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Tx/>
              <a:buChar char="◦"/>
              <a:tabLst/>
              <a:defRPr sz="1800">
                <a:latin typeface="+mn-ea"/>
                <a:ea typeface="+mn-ea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r>
              <a:rPr lang="en-US" dirty="0"/>
              <a:t> </a:t>
            </a:r>
          </a:p>
          <a:p>
            <a:pPr marL="432000" marR="0" lvl="1" indent="-216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Tx/>
              <a:buChar char="◦"/>
              <a:tabLst/>
              <a:defRPr/>
            </a:pPr>
            <a:endParaRPr lang="en-US" altLang="ko-KR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515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3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1593" y="0"/>
            <a:ext cx="8130169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  <p:grpSp>
        <p:nvGrpSpPr>
          <p:cNvPr id="2" name="Google Shape;25;p4">
            <a:extLst>
              <a:ext uri="{FF2B5EF4-FFF2-40B4-BE49-F238E27FC236}">
                <a16:creationId xmlns:a16="http://schemas.microsoft.com/office/drawing/2014/main" id="{1B9926EC-5FD1-3577-9384-16A654734F32}"/>
              </a:ext>
            </a:extLst>
          </p:cNvPr>
          <p:cNvGrpSpPr/>
          <p:nvPr userDrawn="1"/>
        </p:nvGrpSpPr>
        <p:grpSpPr>
          <a:xfrm>
            <a:off x="611460" y="497756"/>
            <a:ext cx="745763" cy="45826"/>
            <a:chOff x="4580561" y="2589004"/>
            <a:chExt cx="1064464" cy="25200"/>
          </a:xfrm>
        </p:grpSpPr>
        <p:sp>
          <p:nvSpPr>
            <p:cNvPr id="3" name="Google Shape;26;p4">
              <a:extLst>
                <a:ext uri="{FF2B5EF4-FFF2-40B4-BE49-F238E27FC236}">
                  <a16:creationId xmlns:a16="http://schemas.microsoft.com/office/drawing/2014/main" id="{42075FEC-0206-11B0-D48F-4E1727AC1274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Google Shape;27;p4">
              <a:extLst>
                <a:ext uri="{FF2B5EF4-FFF2-40B4-BE49-F238E27FC236}">
                  <a16:creationId xmlns:a16="http://schemas.microsoft.com/office/drawing/2014/main" id="{9F198190-A5E0-E624-985E-EBB2EB0C6E77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409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1972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10535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16206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1876925"/>
            <a:ext cx="7688700" cy="2873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32000" lvl="0" indent="-21600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>
                <a:latin typeface="+mn-ea"/>
                <a:ea typeface="+mn-ea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  <p:pic>
        <p:nvPicPr>
          <p:cNvPr id="2" name="그림 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9847AFDE-A8D8-7AA1-A8D5-3938A3596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450" y="627181"/>
            <a:ext cx="1978638" cy="39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6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dirty="0"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기본 본문">
  <p:cSld name="2_기본 본문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-16836"/>
            <a:ext cx="9144000" cy="416886"/>
          </a:xfrm>
          <a:prstGeom prst="rect">
            <a:avLst/>
          </a:prstGeom>
          <a:solidFill>
            <a:srgbClr val="32738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410575" y="4982766"/>
            <a:ext cx="733425" cy="161925"/>
          </a:xfrm>
          <a:prstGeom prst="rect">
            <a:avLst/>
          </a:prstGeom>
          <a:gradFill>
            <a:gsLst>
              <a:gs pos="0">
                <a:srgbClr val="B6DDE7"/>
              </a:gs>
              <a:gs pos="100000">
                <a:srgbClr val="F2F2F2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50" b="0" i="0" u="none" strike="noStrike" cap="none">
              <a:solidFill>
                <a:srgbClr val="005E5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279259" y="4954191"/>
            <a:ext cx="842962" cy="16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900" b="0" i="0" u="none" strike="noStrike" cap="non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 altLang="ko-KR" sz="900" b="0" i="0" u="none" strike="noStrike" cap="non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/34</a:t>
            </a:r>
            <a:endParaRPr sz="900" b="0" i="0" u="none" strike="noStrike" cap="none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63500" y="38839"/>
            <a:ext cx="7785100" cy="35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  <a:defRPr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63501" y="580279"/>
            <a:ext cx="8963994" cy="425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95275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205867"/>
              </a:buClr>
              <a:buSzPts val="2600"/>
              <a:buFont typeface="Noto Sans Symbols"/>
              <a:buChar char="▪"/>
              <a:defRPr sz="1500" b="1"/>
            </a:lvl1pPr>
            <a:lvl2pPr marL="685800" lvl="1" indent="-24765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rgbClr val="205867"/>
              </a:buClr>
              <a:buSzPts val="1600"/>
              <a:buFont typeface="Noto Sans Symbols"/>
              <a:buChar char="▪"/>
              <a:defRPr sz="1200"/>
            </a:lvl2pPr>
            <a:lvl3pPr marL="1028700" lvl="2" indent="-238125" algn="l">
              <a:lnSpc>
                <a:spcPct val="130000"/>
              </a:lnSpc>
              <a:spcBef>
                <a:spcPts val="210"/>
              </a:spcBef>
              <a:spcAft>
                <a:spcPts val="0"/>
              </a:spcAft>
              <a:buClr>
                <a:srgbClr val="205867"/>
              </a:buClr>
              <a:buSzPts val="1400"/>
              <a:buFont typeface="Arial"/>
              <a:buChar char="•"/>
              <a:defRPr sz="1050"/>
            </a:lvl3pPr>
            <a:lvl4pPr marL="1371600" lvl="3" indent="-228600" algn="l">
              <a:lnSpc>
                <a:spcPct val="130000"/>
              </a:lnSpc>
              <a:spcBef>
                <a:spcPts val="180"/>
              </a:spcBef>
              <a:spcAft>
                <a:spcPts val="0"/>
              </a:spcAft>
              <a:buClr>
                <a:srgbClr val="205867"/>
              </a:buClr>
              <a:buSzPts val="1200"/>
              <a:buFont typeface="Malgun Gothic"/>
              <a:buChar char="-"/>
              <a:defRPr sz="900"/>
            </a:lvl4pPr>
            <a:lvl5pPr marL="1714500" lvl="4" indent="-219075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205867"/>
              </a:buClr>
              <a:buSzPts val="1000"/>
              <a:buFont typeface="Arial"/>
              <a:buChar char="»"/>
              <a:defRPr sz="7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6418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이 장에서 만들 프로그램">
  <p:cSld name="1_이 장에서 만들 프로그램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-16836"/>
            <a:ext cx="9144000" cy="416886"/>
          </a:xfrm>
          <a:prstGeom prst="rect">
            <a:avLst/>
          </a:prstGeom>
          <a:solidFill>
            <a:srgbClr val="AD78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8B333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410575" y="4982766"/>
            <a:ext cx="733425" cy="161925"/>
          </a:xfrm>
          <a:prstGeom prst="rect">
            <a:avLst/>
          </a:prstGeom>
          <a:gradFill>
            <a:gsLst>
              <a:gs pos="0">
                <a:srgbClr val="B6DDE7"/>
              </a:gs>
              <a:gs pos="100000">
                <a:srgbClr val="F2F2F2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50" b="0" i="0" u="none" strike="noStrike" cap="none">
              <a:solidFill>
                <a:srgbClr val="005E5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79259" y="4954191"/>
            <a:ext cx="842962" cy="16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900" b="0" i="0" u="none" strike="noStrike" cap="non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 altLang="ko-KR" sz="900" b="0" i="0" u="none" strike="noStrike" cap="non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/22</a:t>
            </a:r>
            <a:endParaRPr sz="1050"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3500" y="38839"/>
            <a:ext cx="7785100" cy="35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  <a:defRPr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3501" y="580279"/>
            <a:ext cx="8963994" cy="425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95275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B3331"/>
              </a:buClr>
              <a:buSzPts val="2600"/>
              <a:buFont typeface="Noto Sans Symbols"/>
              <a:buChar char="▪"/>
              <a:defRPr sz="1500" b="1"/>
            </a:lvl1pPr>
            <a:lvl2pPr marL="685800" lvl="1" indent="-24765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D99593"/>
              </a:buClr>
              <a:buSzPts val="1600"/>
              <a:buFont typeface="Noto Sans Symbols"/>
              <a:buChar char="▪"/>
              <a:defRPr sz="1200"/>
            </a:lvl2pPr>
            <a:lvl3pPr marL="1028700" lvl="2" indent="-238125" algn="l">
              <a:lnSpc>
                <a:spcPct val="120000"/>
              </a:lnSpc>
              <a:spcBef>
                <a:spcPts val="210"/>
              </a:spcBef>
              <a:spcAft>
                <a:spcPts val="0"/>
              </a:spcAft>
              <a:buClr>
                <a:srgbClr val="205867"/>
              </a:buClr>
              <a:buSzPts val="1400"/>
              <a:buFont typeface="Arial"/>
              <a:buChar char="•"/>
              <a:defRPr sz="1050"/>
            </a:lvl3pPr>
            <a:lvl4pPr marL="1371600" lvl="3" indent="-22860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05867"/>
              </a:buClr>
              <a:buSzPts val="1200"/>
              <a:buFont typeface="Malgun Gothic"/>
              <a:buChar char="-"/>
              <a:defRPr sz="900"/>
            </a:lvl4pPr>
            <a:lvl5pPr marL="1714500" lvl="4" indent="-219075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205867"/>
              </a:buClr>
              <a:buSzPts val="1000"/>
              <a:buFont typeface="Arial"/>
              <a:buChar char="»"/>
              <a:defRPr sz="7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563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F9F6F-B112-9EBE-B6CC-119F8460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A6C8D3-4048-3E60-00BE-BDAA9343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6BCEF0-0DA9-4FF3-A6B3-EA667EA4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D06922-A2CD-F3A4-97B3-7C52FB3E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5B8CE1-CE11-DA83-4EE2-543393E4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0C88-87CD-D149-898F-F65358811C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9258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BE11940-0ED6-42B4-A3FA-7F55A4228BF1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>
              <a:ln>
                <a:noFill/>
              </a:ln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778D-5B48-4BE3-A63D-1561371FC2C3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68E855F-FABC-47F4-A428-62B396BBC161}"/>
              </a:ext>
            </a:extLst>
          </p:cNvPr>
          <p:cNvCxnSpPr>
            <a:cxnSpLocks/>
          </p:cNvCxnSpPr>
          <p:nvPr userDrawn="1"/>
        </p:nvCxnSpPr>
        <p:spPr>
          <a:xfrm>
            <a:off x="714376" y="1069181"/>
            <a:ext cx="3857625" cy="0"/>
          </a:xfrm>
          <a:prstGeom prst="line">
            <a:avLst/>
          </a:prstGeom>
          <a:ln w="12700" cap="rnd">
            <a:solidFill>
              <a:schemeClr val="bg1"/>
            </a:solidFill>
            <a:miter lim="800000"/>
            <a:headEnd type="none"/>
            <a:tailEnd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F050F7C-9B51-4555-A5DE-76D98077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2275" y="4707732"/>
            <a:ext cx="2057400" cy="27384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C444E071-9D53-41C1-B955-0F5B9FD6D0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47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4" r:id="rId2"/>
    <p:sldLayoutId id="2147483666" r:id="rId3"/>
    <p:sldLayoutId id="2147483650" r:id="rId4"/>
    <p:sldLayoutId id="2147483663" r:id="rId5"/>
    <p:sldLayoutId id="2147483665" r:id="rId6"/>
    <p:sldLayoutId id="2147483667" r:id="rId7"/>
    <p:sldLayoutId id="2147483660" r:id="rId8"/>
    <p:sldLayoutId id="2147483651" r:id="rId9"/>
    <p:sldLayoutId id="2147483652" r:id="rId10"/>
    <p:sldLayoutId id="2147483653" r:id="rId11"/>
    <p:sldLayoutId id="2147483655" r:id="rId12"/>
    <p:sldLayoutId id="2147483656" r:id="rId13"/>
    <p:sldLayoutId id="2147483657" r:id="rId14"/>
    <p:sldLayoutId id="2147483661" r:id="rId15"/>
    <p:sldLayoutId id="2147483662" r:id="rId16"/>
    <p:sldLayoutId id="2147483668" r:id="rId17"/>
    <p:sldLayoutId id="214748366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D666B-2407-4923-A2B9-0797EB751F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</a:t>
            </a:fld>
            <a:endParaRPr lang="ko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A0339F-95BA-C871-6236-A9C4ACF8F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53" y="1926574"/>
            <a:ext cx="1605555" cy="19513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A0E11D-5CDA-D39A-4774-A7D16C74E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86" y="2127109"/>
            <a:ext cx="1275564" cy="15502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D0DA0CD-B6E3-B63D-0108-ED4039E92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895" y="2143153"/>
            <a:ext cx="3708599" cy="1534255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A37A08D-CE84-AC4A-426A-C9BC21B8C31A}"/>
              </a:ext>
            </a:extLst>
          </p:cNvPr>
          <p:cNvCxnSpPr>
            <a:cxnSpLocks/>
          </p:cNvCxnSpPr>
          <p:nvPr/>
        </p:nvCxnSpPr>
        <p:spPr>
          <a:xfrm>
            <a:off x="1467638" y="2902256"/>
            <a:ext cx="1292217" cy="4841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C34859C-F993-6C03-8DCE-59E039DFA150}"/>
              </a:ext>
            </a:extLst>
          </p:cNvPr>
          <p:cNvCxnSpPr>
            <a:cxnSpLocks/>
          </p:cNvCxnSpPr>
          <p:nvPr/>
        </p:nvCxnSpPr>
        <p:spPr>
          <a:xfrm flipV="1">
            <a:off x="4464117" y="2907097"/>
            <a:ext cx="569890" cy="1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088C89-80B6-A605-8950-0D7C3F24EA7B}"/>
              </a:ext>
            </a:extLst>
          </p:cNvPr>
          <p:cNvSpPr txBox="1"/>
          <p:nvPr/>
        </p:nvSpPr>
        <p:spPr>
          <a:xfrm>
            <a:off x="1526690" y="2384850"/>
            <a:ext cx="127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Streamlit</a:t>
            </a:r>
            <a:endParaRPr lang="ko-KR" altLang="en-US" b="1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9CFFA759-4061-AC0B-849B-817B9D7D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594" y="0"/>
            <a:ext cx="8104412" cy="535200"/>
          </a:xfrm>
        </p:spPr>
        <p:txBody>
          <a:bodyPr/>
          <a:lstStyle/>
          <a:p>
            <a:r>
              <a:rPr lang="ko-KR" altLang="en-US" dirty="0"/>
              <a:t>서비스 구성도</a:t>
            </a:r>
          </a:p>
        </p:txBody>
      </p:sp>
    </p:spTree>
    <p:extLst>
      <p:ext uri="{BB962C8B-B14F-4D97-AF65-F5344CB8AC3E}">
        <p14:creationId xmlns:p14="http://schemas.microsoft.com/office/powerpoint/2010/main" val="257726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49DE4-9062-41A2-7ACD-5DD6FBEB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기술 및 사용 목적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5E3FCE-ED2F-A70D-EB17-1D89381804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</a:t>
            </a:fld>
            <a:endParaRPr lang="ko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0BC409-8B3D-87B6-A26D-5750E30FA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679756"/>
              </p:ext>
            </p:extLst>
          </p:nvPr>
        </p:nvGraphicFramePr>
        <p:xfrm>
          <a:off x="1659874" y="958467"/>
          <a:ext cx="5824252" cy="36549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2126">
                  <a:extLst>
                    <a:ext uri="{9D8B030D-6E8A-4147-A177-3AD203B41FA5}">
                      <a16:colId xmlns:a16="http://schemas.microsoft.com/office/drawing/2014/main" val="4096421409"/>
                    </a:ext>
                  </a:extLst>
                </a:gridCol>
                <a:gridCol w="2912126">
                  <a:extLst>
                    <a:ext uri="{9D8B030D-6E8A-4147-A177-3AD203B41FA5}">
                      <a16:colId xmlns:a16="http://schemas.microsoft.com/office/drawing/2014/main" val="3498829149"/>
                    </a:ext>
                  </a:extLst>
                </a:gridCol>
              </a:tblGrid>
              <a:tr h="6086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사용기술</a:t>
                      </a:r>
                      <a:endParaRPr lang="en-US" altLang="ko-KR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목적</a:t>
                      </a:r>
                      <a:endParaRPr lang="en-US" altLang="ko-KR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25541"/>
                  </a:ext>
                </a:extLst>
              </a:tr>
              <a:tr h="5976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Hugging Face – CLIP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사진 비교 및 검색</a:t>
                      </a:r>
                      <a:endParaRPr lang="en-US" altLang="ko-KR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841726"/>
                  </a:ext>
                </a:extLst>
              </a:tr>
              <a:tr h="5976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OPEN AI GPT-3.5</a:t>
                      </a:r>
                      <a:endParaRPr lang="ko-KR" altLang="en-US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실시간 </a:t>
                      </a:r>
                      <a:r>
                        <a:rPr lang="ko-KR" altLang="en-US" sz="1600" dirty="0" err="1">
                          <a:solidFill>
                            <a:schemeClr val="bg2"/>
                          </a:solidFill>
                        </a:rPr>
                        <a:t>챗봇</a:t>
                      </a:r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 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966866"/>
                  </a:ext>
                </a:extLst>
              </a:tr>
              <a:tr h="6555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GPXPY</a:t>
                      </a:r>
                      <a:endParaRPr lang="ko-KR" altLang="en-US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GPX</a:t>
                      </a:r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파일 파싱 및 좌표 추출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964558"/>
                  </a:ext>
                </a:extLst>
              </a:tr>
              <a:tr h="5976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Folium</a:t>
                      </a:r>
                      <a:endParaRPr lang="ko-KR" altLang="en-US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클릭 위치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875925"/>
                  </a:ext>
                </a:extLst>
              </a:tr>
              <a:tr h="5976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Base64</a:t>
                      </a:r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+</a:t>
                      </a:r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bg2"/>
                          </a:solidFill>
                        </a:rPr>
                        <a:t>ZIP</a:t>
                      </a:r>
                      <a:endParaRPr lang="ko-KR" altLang="en-US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2"/>
                          </a:solidFill>
                        </a:rPr>
                        <a:t>다운로드 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9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127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16D5-2F9F-A1B5-15C5-AC1C9B17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0E92A-F766-563F-BA95-7DF5C87D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AI</a:t>
            </a:r>
            <a:r>
              <a:rPr lang="ko-KR" altLang="en-US" dirty="0"/>
              <a:t>사진검색</a:t>
            </a:r>
            <a:r>
              <a:rPr lang="en-US" altLang="ko-KR" dirty="0"/>
              <a:t>(</a:t>
            </a:r>
            <a:r>
              <a:rPr lang="ko-KR" altLang="en-US" dirty="0"/>
              <a:t>유사도 계산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FD9E6E-CDAA-0CB6-AF80-93832CF0FB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</a:t>
            </a:fld>
            <a:endParaRPr lang="ko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4DD3D-B15C-F853-D503-33B11B7D8F88}"/>
              </a:ext>
            </a:extLst>
          </p:cNvPr>
          <p:cNvSpPr txBox="1"/>
          <p:nvPr/>
        </p:nvSpPr>
        <p:spPr>
          <a:xfrm>
            <a:off x="705080" y="914400"/>
            <a:ext cx="4669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Enbedding</a:t>
            </a:r>
            <a:r>
              <a:rPr lang="en-US" altLang="ko-KR" dirty="0"/>
              <a:t> : </a:t>
            </a:r>
            <a:r>
              <a:rPr lang="ko-KR" altLang="en-US" dirty="0"/>
              <a:t>사진데이터를 숫자데이터로 변환하는 기술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4383D2-4777-1B0E-F5EF-51FC8BA81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914400"/>
            <a:ext cx="896302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9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37DB-13C4-4AED-246E-C841953C9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599DF-3F00-C5E5-0C56-1D21E492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지도 클릭 위치 지정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D8E36-DE82-B071-84F1-8F2EB69F19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</a:t>
            </a:fld>
            <a:endParaRPr lang="ko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81899A-C4A9-1CD1-FA76-E16BC590C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11" y="728286"/>
            <a:ext cx="8502241" cy="346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1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5D85-1994-20D9-3BBB-377C5B89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39C6E-DACD-F190-3C0F-23024095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지도 클릭 위치 지정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12E27-CB0A-31B9-D488-1F348E6985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</a:t>
            </a:fld>
            <a:endParaRPr lang="ko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5FE449-FEAF-2573-BCB4-0B73CBF27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63" y="1205832"/>
            <a:ext cx="7955474" cy="24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31178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29733</TotalTime>
  <Words>72</Words>
  <Application>Microsoft Office PowerPoint</Application>
  <PresentationFormat>화면 슬라이드 쇼(16:9)</PresentationFormat>
  <Paragraphs>24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Noto Sans Symbols</vt:lpstr>
      <vt:lpstr>맑은 고딕</vt:lpstr>
      <vt:lpstr>맑은 고딕</vt:lpstr>
      <vt:lpstr>Arial</vt:lpstr>
      <vt:lpstr>Lato</vt:lpstr>
      <vt:lpstr>Raleway</vt:lpstr>
      <vt:lpstr>Wingdings</vt:lpstr>
      <vt:lpstr>Streamline</vt:lpstr>
      <vt:lpstr>서비스 구성도</vt:lpstr>
      <vt:lpstr>주요 기술 및 사용 목적</vt:lpstr>
      <vt:lpstr>1. AI사진검색(유사도 계산)</vt:lpstr>
      <vt:lpstr>2. 지도 클릭 위치 지정</vt:lpstr>
      <vt:lpstr>2. 지도 클릭 위치 지정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 프로그래밍</dc:title>
  <dc:creator>kyongha kim</dc:creator>
  <cp:lastModifiedBy>Admin</cp:lastModifiedBy>
  <cp:revision>893</cp:revision>
  <cp:lastPrinted>2023-08-31T13:57:20Z</cp:lastPrinted>
  <dcterms:modified xsi:type="dcterms:W3CDTF">2025-11-06T03:08:18Z</dcterms:modified>
</cp:coreProperties>
</file>